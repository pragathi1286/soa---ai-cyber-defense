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257" r:id="rId5"/>
    <p:sldId id="903" r:id="rId6"/>
    <p:sldId id="902" r:id="rId7"/>
    <p:sldId id="258" r:id="rId8"/>
    <p:sldId id="906" r:id="rId9"/>
    <p:sldId id="904" r:id="rId10"/>
    <p:sldId id="908" r:id="rId11"/>
    <p:sldId id="909" r:id="rId12"/>
    <p:sldId id="905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hritha Reddy" userId="04ed702f648be163" providerId="LiveId" clId="{49B8D8EA-02B9-48D0-AF08-6A20F0B630BF}"/>
    <pc:docChg chg="custSel addSld delSld modSld">
      <pc:chgData name="Aashritha Reddy" userId="04ed702f648be163" providerId="LiveId" clId="{49B8D8EA-02B9-48D0-AF08-6A20F0B630BF}" dt="2026-08-20T08:49:53.837" v="30" actId="20577"/>
      <pc:docMkLst>
        <pc:docMk/>
      </pc:docMkLst>
      <pc:sldChg chg="modSp mod">
        <pc:chgData name="Aashritha Reddy" userId="04ed702f648be163" providerId="LiveId" clId="{49B8D8EA-02B9-48D0-AF08-6A20F0B630BF}" dt="2026-08-20T08:48:48.162" v="18" actId="20577"/>
        <pc:sldMkLst>
          <pc:docMk/>
          <pc:sldMk cId="385293754" sldId="904"/>
        </pc:sldMkLst>
        <pc:spChg chg="mod">
          <ac:chgData name="Aashritha Reddy" userId="04ed702f648be163" providerId="LiveId" clId="{49B8D8EA-02B9-48D0-AF08-6A20F0B630BF}" dt="2026-08-20T08:48:48.162" v="18" actId="20577"/>
          <ac:spMkLst>
            <pc:docMk/>
            <pc:sldMk cId="385293754" sldId="904"/>
            <ac:spMk id="2" creationId="{DE8AACA8-EDEA-EA07-DF21-3754FD13BB48}"/>
          </ac:spMkLst>
        </pc:spChg>
      </pc:sldChg>
      <pc:sldChg chg="addSp delSp modSp new del mod">
        <pc:chgData name="Aashritha Reddy" userId="04ed702f648be163" providerId="LiveId" clId="{49B8D8EA-02B9-48D0-AF08-6A20F0B630BF}" dt="2026-08-20T08:48:19.466" v="6" actId="47"/>
        <pc:sldMkLst>
          <pc:docMk/>
          <pc:sldMk cId="1463740132" sldId="907"/>
        </pc:sldMkLst>
        <pc:spChg chg="add del mod">
          <ac:chgData name="Aashritha Reddy" userId="04ed702f648be163" providerId="LiveId" clId="{49B8D8EA-02B9-48D0-AF08-6A20F0B630BF}" dt="2026-08-20T08:48:12.136" v="4"/>
          <ac:spMkLst>
            <pc:docMk/>
            <pc:sldMk cId="1463740132" sldId="907"/>
            <ac:spMk id="2" creationId="{C8CEF658-F5BA-9C5A-BF31-7D327E0B6180}"/>
          </ac:spMkLst>
        </pc:spChg>
      </pc:sldChg>
      <pc:sldChg chg="addSp delSp modSp add mod">
        <pc:chgData name="Aashritha Reddy" userId="04ed702f648be163" providerId="LiveId" clId="{49B8D8EA-02B9-48D0-AF08-6A20F0B630BF}" dt="2026-08-20T08:49:53.837" v="30" actId="20577"/>
        <pc:sldMkLst>
          <pc:docMk/>
          <pc:sldMk cId="629851460" sldId="908"/>
        </pc:sldMkLst>
        <pc:spChg chg="mod">
          <ac:chgData name="Aashritha Reddy" userId="04ed702f648be163" providerId="LiveId" clId="{49B8D8EA-02B9-48D0-AF08-6A20F0B630BF}" dt="2026-08-20T08:49:53.837" v="30" actId="20577"/>
          <ac:spMkLst>
            <pc:docMk/>
            <pc:sldMk cId="629851460" sldId="908"/>
            <ac:spMk id="2" creationId="{030D0A41-90BA-5695-CF4E-37630A0AB303}"/>
          </ac:spMkLst>
        </pc:spChg>
        <pc:spChg chg="mod">
          <ac:chgData name="Aashritha Reddy" userId="04ed702f648be163" providerId="LiveId" clId="{49B8D8EA-02B9-48D0-AF08-6A20F0B630BF}" dt="2026-08-20T08:49:44.963" v="29" actId="27636"/>
          <ac:spMkLst>
            <pc:docMk/>
            <pc:sldMk cId="629851460" sldId="908"/>
            <ac:spMk id="3" creationId="{01BD6254-664C-7DF3-2E4E-18B6120A785B}"/>
          </ac:spMkLst>
        </pc:spChg>
        <pc:spChg chg="add del mod">
          <ac:chgData name="Aashritha Reddy" userId="04ed702f648be163" providerId="LiveId" clId="{49B8D8EA-02B9-48D0-AF08-6A20F0B630BF}" dt="2026-08-20T08:48:42.096" v="16"/>
          <ac:spMkLst>
            <pc:docMk/>
            <pc:sldMk cId="629851460" sldId="908"/>
            <ac:spMk id="4" creationId="{F18FF10D-E1F4-62FE-066D-B915F7AF74AA}"/>
          </ac:spMkLst>
        </pc:spChg>
        <pc:spChg chg="add del mod">
          <ac:chgData name="Aashritha Reddy" userId="04ed702f648be163" providerId="LiveId" clId="{49B8D8EA-02B9-48D0-AF08-6A20F0B630BF}" dt="2026-08-20T08:49:03.888" v="20" actId="21"/>
          <ac:spMkLst>
            <pc:docMk/>
            <pc:sldMk cId="629851460" sldId="908"/>
            <ac:spMk id="5" creationId="{BDACCFD7-3F90-55F5-1D34-64B5C04A606E}"/>
          </ac:spMkLst>
        </pc:spChg>
        <pc:spChg chg="add del mod">
          <ac:chgData name="Aashritha Reddy" userId="04ed702f648be163" providerId="LiveId" clId="{49B8D8EA-02B9-48D0-AF08-6A20F0B630BF}" dt="2026-08-20T08:49:19.446" v="27" actId="21"/>
          <ac:spMkLst>
            <pc:docMk/>
            <pc:sldMk cId="629851460" sldId="908"/>
            <ac:spMk id="6" creationId="{BDACCFD7-3F90-55F5-1D34-64B5C04A606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September 24,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642635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T. Aashritha Reddy - 2420030719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 Indu – 2420030710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 Sai Pragathi - 2420030672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24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135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API SECURITY MONITORING, INTELLIGENT THREAT DETECTION,</a:t>
            </a:r>
            <a:b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AUTOMATED INCIDENT RESPONSE PLATFORM USING LARGE LANGUAGE MODELS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F6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500000"/>
            <a:ext cx="108204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Existing API security solutions often rely on predefined rules, signatures, and isolated monitoring mechanisms, making it difficult to detect evolving, context-dependent, and previously unseen threats in real time. The lack of intelligent event correlation and contextual analysis can result in false alerts, delayed investigation, and inefficient incident response.</a:t>
            </a:r>
          </a:p>
          <a:p>
            <a:pPr algn="just">
              <a:lnSpc>
                <a:spcPct val="130000"/>
              </a:lnSpc>
              <a:spcBef>
                <a:spcPts val="1600"/>
              </a:spcBef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Therefore, there is a need for an AI-driven API security platform that continuously monitors API activity, intelligently identifies threats using behavioral analysis and Large Language Models, evaluates risk, and automatically initiates appropriate incident-response actions.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F6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500000"/>
            <a:ext cx="10820400" cy="346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develop a real-time API security monitoring platform.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detect abnormal and malicious API behavior.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use Large Language Models for contextual security-event analysis.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correlate API traffic, authentication events, logs, and threat indicators.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generate dynamic risk assessments for detected threats.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automate appropriate incident-response actions.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To provide explainable security insights and incident reports.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99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Baye et al. [2021]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API Security in Large Enterprises: Leveraging Machine Learning for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SVM-based binary classifier on API traffic features (bandwidth, requests per token)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Effectively distinguishes normal from abnormal API traffic using lightweight ML on traffic-level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to traffic/volume-based features; lacks semantic understanding of request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111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Palma et al. [2025]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Leveraging Large Language Models for Scalable and Explainable Cybersecurity 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Benchmarked open LLMs (Qwen2.5, Gemma3, Llama3.2) vs XGBoost/Random Forest/LightGBM with domain-specific prompt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LLMs (F1 = 0.928) substantially outperform traditional ML (F1 = 0.555) and generate explainable, human-readable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compute cost for larger models; future work on real-time SOC pipeline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22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Ismail et al. [2025]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Toward Robust Security Orchestration and Automated Response in SOCs with a Hyper-Automation Approach Using Agentic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Agentic LLM-based SOAR generating AI-driven automation workflows aligned with the SANS PICERL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Improves flexibility and scalability of automated incident response over rigid no-code SOAR playbooks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Needs further validation on production-scale SOC workloads; future work on trust/safety of autonomous 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333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24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F6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 Identification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000000"/>
            <a:ext cx="108204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Existing API security systems are heavily dependent on predefined rules and signatures.</a:t>
            </a: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Conventional systems have limited contextual understanding of complex API behavior.</a:t>
            </a: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Security events are often analyzed independently rather than correlated across multiple requests and sessions.</a:t>
            </a: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Many systems focus on detection and alerting rather than automated response.</a:t>
            </a: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Existing approaches may struggle with evolving and previously unseen attack patterns.</a:t>
            </a: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There is limited integration of LLM-based contextual reasoning with real-time API security monitoring.</a:t>
            </a:r>
          </a:p>
          <a:p>
            <a:pPr marL="285750" indent="-285750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There is a need for an integrated framework combining monitoring, intelligent detection, risk assessment, explainability, and automated response.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F50027-02E8-9D24-BA34-DF5B9DD59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6" y="643467"/>
            <a:ext cx="10713587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AACA8-EDEA-EA07-DF21-3754FD13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b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Innovation, Creativity</a:t>
            </a:r>
            <a:endParaRPr lang="en-IN" sz="5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87FA-2BF8-B5D9-10F9-FECF5F7ED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Unifies real-time API monitoring with LLM-driven contextual threat analysis.</a:t>
            </a:r>
            <a:endParaRPr lang="en-US" sz="1700"/>
          </a:p>
          <a:p>
            <a:pPr>
              <a:spcAft>
                <a:spcPts val="1000"/>
              </a:spcAft>
              <a:buSzPct val="100000"/>
            </a:pP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intelligent multi-event correlation across sources.</a:t>
            </a:r>
            <a:endParaRPr lang="en-US" sz="1700"/>
          </a:p>
          <a:p>
            <a:pPr>
              <a:spcAft>
                <a:spcPts val="1000"/>
              </a:spcAft>
              <a:buSzPct val="100000"/>
            </a:pP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Provides explainable threat reasoning rather than opaque pattern matching.</a:t>
            </a:r>
            <a:endParaRPr lang="en-US" sz="1700"/>
          </a:p>
          <a:p>
            <a:pPr>
              <a:spcAft>
                <a:spcPts val="1000"/>
              </a:spcAft>
              <a:buSzPct val="100000"/>
            </a:pP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Performs adaptive risk assessment of detected threats.</a:t>
            </a:r>
            <a:endParaRPr lang="en-US" sz="1700"/>
          </a:p>
          <a:p>
            <a:pPr>
              <a:spcAft>
                <a:spcPts val="1000"/>
              </a:spcAft>
              <a:buSzPct val="100000"/>
            </a:pP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automated response within the same platform as detection.</a:t>
            </a:r>
            <a:endParaRPr lang="en-US" sz="1700"/>
          </a:p>
          <a:p>
            <a:pPr>
              <a:spcAft>
                <a:spcPts val="1000"/>
              </a:spcAft>
              <a:buSzPct val="100000"/>
            </a:pPr>
            <a:r>
              <a:rPr lang="en-US" sz="1700"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response are unified within a single cohesive platform, rather than treated as separate, loosely connected components as in conventional systems.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8529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2E99E-4DE4-CF46-B02C-E38CDCD6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D0A41-90BA-5695-CF4E-37630A0A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</a:t>
            </a:r>
            <a:endParaRPr lang="en-IN" sz="4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6254-664C-7DF3-2E4E-18B6120A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700"/>
              <a:t>Real-time API monitoring detects suspicious activities continuously.</a:t>
            </a:r>
          </a:p>
          <a:p>
            <a:r>
              <a:rPr lang="en-US" sz="1700"/>
              <a:t>AI-based behavioral analysis identifies abnormal and evolving attack patterns.</a:t>
            </a:r>
          </a:p>
          <a:p>
            <a:r>
              <a:rPr lang="en-US" sz="1700"/>
              <a:t>LLM integration understands the context of security events and explains threats clearly.</a:t>
            </a:r>
          </a:p>
          <a:p>
            <a:r>
              <a:rPr lang="en-US" sz="1700"/>
              <a:t>Threat correlation connects multiple security events to detect complex attacks.</a:t>
            </a:r>
          </a:p>
          <a:p>
            <a:r>
              <a:rPr lang="en-US" sz="1700"/>
              <a:t>Dynamic risk assessment combines anomaly scores, threat indicators, and historical behavior.</a:t>
            </a:r>
          </a:p>
          <a:p>
            <a:r>
              <a:rPr lang="en-US" sz="1700"/>
              <a:t>Automated response takes actions such as alerting, rate-limiting, blocking, and session revocation.</a:t>
            </a:r>
          </a:p>
          <a:p>
            <a:r>
              <a:rPr lang="en-US" sz="1700"/>
              <a:t>Adaptive security responds according to Low, Medium, High, and Critical risk levels.</a:t>
            </a:r>
          </a:p>
          <a:p>
            <a:r>
              <a:rPr lang="en-US" sz="1700"/>
              <a:t>Unified and proactive platform combines detection, analysis, explanation, risk assessment, and response.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5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DA5C4-1095-556B-BAB1-862343CD2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1504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Base Paper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54D3F-45EC-CE26-A936-945B57475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960" y="557360"/>
            <a:ext cx="4876388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3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FB67-1985-A09A-C8CA-302F8465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Architecture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421ECD-8394-EDC6-3DAE-DA7FB725B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16106"/>
            <a:ext cx="11041626" cy="5076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80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0800" y="1494004"/>
            <a:ext cx="35068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</a:rPr>
              <a:t>Technical Feasibility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API monitoring and logging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Anomaly and behavioral detection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LLM integration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Security-event processing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Risk-scoring mechanism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Incident-response automation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Security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600" y="1440000"/>
            <a:ext cx="35068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</a:rPr>
              <a:t>Operational Feasibility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Continuous monitoring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Centralized security visibility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Reduced manual investigation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Faster incident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9392" y="1440000"/>
            <a:ext cx="35068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Times New Roman"/>
              </a:rPr>
              <a:t>Research Feasibility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API security datasets/logs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Simulated attack scenarios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Security event generation</a:t>
            </a:r>
          </a:p>
          <a:p>
            <a:pPr marL="182880" indent="-182880">
              <a:lnSpc>
                <a:spcPct val="100000"/>
              </a:lnSpc>
              <a:spcAft>
                <a:spcPts val="200"/>
              </a:spcAft>
              <a:buFont typeface="Arial"/>
              <a:buChar char="•"/>
            </a:pPr>
            <a:r>
              <a:rPr sz="1100" b="0" dirty="0">
                <a:solidFill>
                  <a:srgbClr val="000000"/>
                </a:solidFill>
                <a:latin typeface="Times New Roman"/>
              </a:rPr>
              <a:t>Performance evaluation using detection and response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80000"/>
            <a:ext cx="10820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Times New Roman"/>
              </a:rPr>
              <a:t>Project Timeline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4000000"/>
          <a:ext cx="10820392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Phase 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Phase 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Phase 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Phase 4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0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Problem Identification &amp; Requirement Analysis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Literature Survey &amp; Research Gap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System Architecture &amp; Technology Selection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API Monitoring &amp; Data Collection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Threat Detection &amp; Anomaly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LLM-Based Security Analysis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Risk Scoring &amp; Threat Classification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Automated Incident Response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Dashboard &amp; System Integration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Testing, Evaluation &amp; Performance Analysis</a:t>
                      </a:r>
                    </a:p>
                    <a:p>
                      <a:pPr algn="ctr"/>
                      <a:r>
                        <a:rPr sz="900" b="0">
                          <a:latin typeface="Times New Roman"/>
                        </a:rPr>
                        <a:t>Documentation &amp; Final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892</Words>
  <Application>Microsoft Office PowerPoint</Application>
  <PresentationFormat>Widescreen</PresentationFormat>
  <Paragraphs>140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Innovation, Creativity</vt:lpstr>
      <vt:lpstr>Novelty</vt:lpstr>
      <vt:lpstr>Base Paper</vt:lpstr>
      <vt:lpstr>Project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N. Sai Pragathi .</cp:lastModifiedBy>
  <cp:revision>33</cp:revision>
  <dcterms:created xsi:type="dcterms:W3CDTF">2026-08-08T06:33:56Z</dcterms:created>
  <dcterms:modified xsi:type="dcterms:W3CDTF">2026-09-24T08:33:51Z</dcterms:modified>
</cp:coreProperties>
</file>